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76" r:id="rId10"/>
    <p:sldId id="264" r:id="rId11"/>
    <p:sldId id="265" r:id="rId12"/>
    <p:sldId id="270" r:id="rId13"/>
    <p:sldId id="272" r:id="rId14"/>
    <p:sldId id="273" r:id="rId15"/>
    <p:sldId id="274" r:id="rId16"/>
    <p:sldId id="275" r:id="rId17"/>
  </p:sldIdLst>
  <p:sldSz cx="12192000" cy="6858000"/>
  <p:notesSz cx="6858000" cy="9144000"/>
  <p:embeddedFontLs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ABFmlZ5LKCCIqyTrKlvJgwxN5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60"/>
  </p:normalViewPr>
  <p:slideViewPr>
    <p:cSldViewPr snapToGrid="0">
      <p:cViewPr varScale="1">
        <p:scale>
          <a:sx n="73" d="100"/>
          <a:sy n="73" d="100"/>
        </p:scale>
        <p:origin x="105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048d6e377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3d048d6e377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d048d6e377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9178A0E9-6A12-60BA-548D-98D14CB90F4B}"/>
            </a:ext>
          </a:extLst>
        </p:cNvPr>
        <p:cNvGrpSpPr/>
        <p:nvPr/>
      </p:nvGrpSpPr>
      <p:grpSpPr>
        <a:xfrm>
          <a:off x="0" y="0"/>
          <a:ext cx="0" cy="0"/>
          <a:chOff x="0" y="0"/>
          <a:chExt cx="0" cy="0"/>
        </a:xfrm>
      </p:grpSpPr>
      <p:sp>
        <p:nvSpPr>
          <p:cNvPr id="155" name="Google Shape;155;p7:notes">
            <a:extLst>
              <a:ext uri="{FF2B5EF4-FFF2-40B4-BE49-F238E27FC236}">
                <a16:creationId xmlns:a16="http://schemas.microsoft.com/office/drawing/2014/main" id="{E65FA4A4-0B66-3B77-17BF-979A11031A5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7:notes">
            <a:extLst>
              <a:ext uri="{FF2B5EF4-FFF2-40B4-BE49-F238E27FC236}">
                <a16:creationId xmlns:a16="http://schemas.microsoft.com/office/drawing/2014/main" id="{2CFF6C27-ACDD-E9C4-8165-51203A75FF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720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d419eded25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d419eded25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419eded25_0_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d419eded25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d419eded25_0_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d419eded25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d419eded25_0_1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3d419eded25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d419eded25_0_1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3d419eded25_0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5183188" y="987425"/>
            <a:ext cx="6172200" cy="4873625"/>
          </a:xfrm>
          <a:prstGeom prst="rect">
            <a:avLst/>
          </a:prstGeom>
          <a:noFill/>
          <a:ln>
            <a:noFill/>
          </a:ln>
        </p:spPr>
      </p:sp>
      <p:sp>
        <p:nvSpPr>
          <p:cNvPr id="68" name="Google Shape;68;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89" name="Google Shape;89;p1"/>
          <p:cNvGrpSpPr/>
          <p:nvPr/>
        </p:nvGrpSpPr>
        <p:grpSpPr>
          <a:xfrm>
            <a:off x="2336800" y="134364"/>
            <a:ext cx="9745291" cy="677445"/>
            <a:chOff x="2336800" y="134364"/>
            <a:chExt cx="9745291" cy="677445"/>
          </a:xfrm>
        </p:grpSpPr>
        <p:sp>
          <p:nvSpPr>
            <p:cNvPr id="90" name="Google Shape;90;p1"/>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i="0" u="none" strike="noStrike" cap="none">
                <a:solidFill>
                  <a:schemeClr val="lt1"/>
                </a:solidFill>
                <a:latin typeface="Calibri"/>
                <a:ea typeface="Calibri"/>
                <a:cs typeface="Calibri"/>
                <a:sym typeface="Calibri"/>
              </a:endParaRPr>
            </a:p>
          </p:txBody>
        </p:sp>
        <p:sp>
          <p:nvSpPr>
            <p:cNvPr id="91" name="Google Shape;91;p1"/>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92" name="Google Shape;92;p1"/>
          <p:cNvSpPr txBox="1"/>
          <p:nvPr/>
        </p:nvSpPr>
        <p:spPr>
          <a:xfrm>
            <a:off x="690225" y="1417550"/>
            <a:ext cx="9466200" cy="5109900"/>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US" sz="3000" b="1" dirty="0">
                <a:solidFill>
                  <a:schemeClr val="dk1"/>
                </a:solidFill>
                <a:latin typeface="Calibri"/>
                <a:ea typeface="Calibri"/>
                <a:cs typeface="Calibri"/>
                <a:sym typeface="Calibri"/>
              </a:rPr>
              <a:t>Course</a:t>
            </a:r>
            <a:r>
              <a:rPr lang="en-US" sz="3000" dirty="0">
                <a:solidFill>
                  <a:schemeClr val="dk1"/>
                </a:solidFill>
                <a:latin typeface="Calibri"/>
                <a:ea typeface="Calibri"/>
                <a:cs typeface="Calibri"/>
                <a:sym typeface="Calibri"/>
              </a:rPr>
              <a:t> : </a:t>
            </a:r>
            <a:r>
              <a:rPr lang="en-US" sz="2800" dirty="0">
                <a:solidFill>
                  <a:schemeClr val="dk1"/>
                </a:solidFill>
                <a:latin typeface="Calibri"/>
                <a:ea typeface="Calibri"/>
                <a:cs typeface="Calibri"/>
                <a:sym typeface="Calibri"/>
              </a:rPr>
              <a:t>AI Assistant Coding</a:t>
            </a:r>
            <a:endParaRPr sz="2800" dirty="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3000" b="1" dirty="0">
                <a:solidFill>
                  <a:schemeClr val="dk1"/>
                </a:solidFill>
                <a:latin typeface="Calibri"/>
                <a:ea typeface="Calibri"/>
                <a:cs typeface="Calibri"/>
                <a:sym typeface="Calibri"/>
              </a:rPr>
              <a:t>Instructor</a:t>
            </a:r>
            <a:r>
              <a:rPr lang="en-US" sz="3000" dirty="0">
                <a:solidFill>
                  <a:schemeClr val="dk1"/>
                </a:solidFill>
                <a:latin typeface="Calibri"/>
                <a:ea typeface="Calibri"/>
                <a:cs typeface="Calibri"/>
                <a:sym typeface="Calibri"/>
              </a:rPr>
              <a:t> :</a:t>
            </a:r>
            <a:r>
              <a:rPr lang="en-US" sz="2500" dirty="0">
                <a:solidFill>
                  <a:schemeClr val="dk1"/>
                </a:solidFill>
                <a:latin typeface="Calibri"/>
                <a:ea typeface="Calibri"/>
                <a:cs typeface="Calibri"/>
                <a:sym typeface="Calibri"/>
              </a:rPr>
              <a:t> </a:t>
            </a:r>
            <a:r>
              <a:rPr lang="en-US" sz="2500" dirty="0" err="1">
                <a:solidFill>
                  <a:schemeClr val="dk1"/>
                </a:solidFill>
                <a:highlight>
                  <a:srgbClr val="FFFFFF"/>
                </a:highlight>
                <a:latin typeface="Roboto"/>
                <a:ea typeface="Roboto"/>
                <a:cs typeface="Roboto"/>
                <a:sym typeface="Roboto"/>
              </a:rPr>
              <a:t>Sallauddin</a:t>
            </a:r>
            <a:r>
              <a:rPr lang="en-US" sz="2500" dirty="0">
                <a:solidFill>
                  <a:schemeClr val="dk1"/>
                </a:solidFill>
                <a:highlight>
                  <a:srgbClr val="FFFFFF"/>
                </a:highlight>
                <a:latin typeface="Roboto"/>
                <a:ea typeface="Roboto"/>
                <a:cs typeface="Roboto"/>
                <a:sym typeface="Roboto"/>
              </a:rPr>
              <a:t> Mohammed</a:t>
            </a:r>
            <a:endParaRPr sz="2500" dirty="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3000" b="1" dirty="0">
                <a:solidFill>
                  <a:schemeClr val="dk1"/>
                </a:solidFill>
                <a:latin typeface="Calibri"/>
                <a:ea typeface="Calibri"/>
                <a:cs typeface="Calibri"/>
                <a:sym typeface="Calibri"/>
              </a:rPr>
              <a:t>Title </a:t>
            </a:r>
            <a:r>
              <a:rPr lang="en-US" sz="3000" dirty="0">
                <a:solidFill>
                  <a:schemeClr val="dk1"/>
                </a:solidFill>
                <a:latin typeface="Calibri"/>
                <a:ea typeface="Calibri"/>
                <a:cs typeface="Calibri"/>
                <a:sym typeface="Calibri"/>
              </a:rPr>
              <a:t>: Event Management System</a:t>
            </a:r>
            <a:endParaRPr sz="2200" dirty="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2700" b="1" dirty="0">
                <a:solidFill>
                  <a:schemeClr val="dk1"/>
                </a:solidFill>
                <a:latin typeface="Calibri"/>
                <a:ea typeface="Calibri"/>
                <a:cs typeface="Calibri"/>
                <a:sym typeface="Calibri"/>
              </a:rPr>
              <a:t>Team Details</a:t>
            </a:r>
            <a:r>
              <a:rPr lang="en-US" sz="2700"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 </a:t>
            </a:r>
            <a:r>
              <a:rPr lang="en-US" sz="2800" dirty="0">
                <a:solidFill>
                  <a:schemeClr val="dk1"/>
                </a:solidFill>
                <a:latin typeface="Calibri"/>
                <a:ea typeface="Calibri"/>
                <a:cs typeface="Calibri"/>
                <a:sym typeface="Calibri"/>
              </a:rPr>
              <a:t>Pochampally Varshitha </a:t>
            </a:r>
            <a:r>
              <a:rPr lang="en-US" sz="2400" dirty="0">
                <a:solidFill>
                  <a:schemeClr val="dk1"/>
                </a:solidFill>
                <a:latin typeface="Calibri"/>
                <a:ea typeface="Calibri"/>
                <a:cs typeface="Calibri"/>
                <a:sym typeface="Calibri"/>
              </a:rPr>
              <a:t>(2303A51160)</a:t>
            </a:r>
            <a:endParaRPr sz="240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2"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98" name="Google Shape;98;p2"/>
          <p:cNvGrpSpPr/>
          <p:nvPr/>
        </p:nvGrpSpPr>
        <p:grpSpPr>
          <a:xfrm>
            <a:off x="2336800" y="134364"/>
            <a:ext cx="9745291" cy="677445"/>
            <a:chOff x="2336800" y="134364"/>
            <a:chExt cx="9745291" cy="677445"/>
          </a:xfrm>
        </p:grpSpPr>
        <p:sp>
          <p:nvSpPr>
            <p:cNvPr id="99" name="Google Shape;99;p2"/>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00" name="Google Shape;100;p2"/>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101" name="Google Shape;101;p2"/>
          <p:cNvSpPr txBox="1"/>
          <p:nvPr/>
        </p:nvSpPr>
        <p:spPr>
          <a:xfrm>
            <a:off x="963995" y="1212334"/>
            <a:ext cx="7325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imes New Roman"/>
                <a:ea typeface="Times New Roman"/>
                <a:cs typeface="Times New Roman"/>
                <a:sym typeface="Times New Roman"/>
              </a:rPr>
              <a:t>Introduction :</a:t>
            </a:r>
            <a:endParaRPr>
              <a:latin typeface="Times New Roman"/>
              <a:ea typeface="Times New Roman"/>
              <a:cs typeface="Times New Roman"/>
              <a:sym typeface="Times New Roman"/>
            </a:endParaRPr>
          </a:p>
        </p:txBody>
      </p:sp>
      <p:sp>
        <p:nvSpPr>
          <p:cNvPr id="102" name="Google Shape;102;p2"/>
          <p:cNvSpPr txBox="1"/>
          <p:nvPr/>
        </p:nvSpPr>
        <p:spPr>
          <a:xfrm>
            <a:off x="964000" y="2218775"/>
            <a:ext cx="8915724" cy="2677616"/>
          </a:xfrm>
          <a:prstGeom prst="rect">
            <a:avLst/>
          </a:prstGeom>
          <a:noFill/>
          <a:ln>
            <a:noFill/>
          </a:ln>
        </p:spPr>
        <p:txBody>
          <a:bodyPr spcFirstLastPara="1" wrap="square" lIns="91425" tIns="45700" rIns="91425" bIns="45700" anchor="t" anchorCtr="0">
            <a:spAutoFit/>
          </a:bodyPr>
          <a:lstStyle/>
          <a:p>
            <a:r>
              <a:rPr lang="en-US" sz="1800" dirty="0"/>
              <a:t>The Event Management System is a web-based application designed to simplify the process of organizing and managing events. It allows users to view available events, register for them, and manage their participation through a centralized platform.</a:t>
            </a:r>
          </a:p>
          <a:p>
            <a:endParaRPr lang="en-US" sz="1800" dirty="0"/>
          </a:p>
          <a:p>
            <a:r>
              <a:rPr lang="en-US" sz="1800" dirty="0"/>
              <a:t>The system also includes an Admin Panel that enables administrators to create, update, and delete events, as well as monitor user registrations. This reduces manual effort and improves efficiency in event handling.</a:t>
            </a:r>
          </a:p>
          <a:p>
            <a:pPr marL="457200" marR="0" lvl="0" indent="0" algn="l" rtl="0">
              <a:spcBef>
                <a:spcPts val="1200"/>
              </a:spcBef>
              <a:spcAft>
                <a:spcPts val="0"/>
              </a:spcAft>
              <a:buNone/>
            </a:pPr>
            <a:endParaRPr sz="1600" dirty="0">
              <a:latin typeface="Times New Roman"/>
              <a:ea typeface="Times New Roman"/>
              <a:cs typeface="Times New Roman"/>
              <a:sym typeface="Times New Roman"/>
            </a:endParaRPr>
          </a:p>
          <a:p>
            <a:pPr marL="457200" marR="0" lvl="0" indent="0" algn="l" rtl="0">
              <a:spcBef>
                <a:spcPts val="0"/>
              </a:spcBef>
              <a:spcAft>
                <a:spcPts val="0"/>
              </a:spcAft>
              <a:buNone/>
            </a:pPr>
            <a:endParaRPr sz="16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3"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08" name="Google Shape;108;p3"/>
          <p:cNvGrpSpPr/>
          <p:nvPr/>
        </p:nvGrpSpPr>
        <p:grpSpPr>
          <a:xfrm>
            <a:off x="2336800" y="134364"/>
            <a:ext cx="9745290" cy="677400"/>
            <a:chOff x="2336800" y="134364"/>
            <a:chExt cx="9745290" cy="677400"/>
          </a:xfrm>
        </p:grpSpPr>
        <p:sp>
          <p:nvSpPr>
            <p:cNvPr id="109" name="Google Shape;109;p3"/>
            <p:cNvSpPr txBox="1"/>
            <p:nvPr/>
          </p:nvSpPr>
          <p:spPr>
            <a:xfrm>
              <a:off x="2336800" y="134364"/>
              <a:ext cx="9745200" cy="6774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10" name="Google Shape;110;p3"/>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111" name="Google Shape;111;p3"/>
          <p:cNvSpPr txBox="1"/>
          <p:nvPr/>
        </p:nvSpPr>
        <p:spPr>
          <a:xfrm>
            <a:off x="928015" y="1261559"/>
            <a:ext cx="75591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imes New Roman"/>
                <a:ea typeface="Times New Roman"/>
                <a:cs typeface="Times New Roman"/>
                <a:sym typeface="Times New Roman"/>
              </a:rPr>
              <a:t>Objective :</a:t>
            </a:r>
            <a:endParaRPr sz="3600" b="1">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F98F5863-A29D-3710-7ABE-762EB42E9BCB}"/>
              </a:ext>
            </a:extLst>
          </p:cNvPr>
          <p:cNvSpPr>
            <a:spLocks noChangeArrowheads="1"/>
          </p:cNvSpPr>
          <p:nvPr/>
        </p:nvSpPr>
        <p:spPr bwMode="auto">
          <a:xfrm>
            <a:off x="928015" y="1728774"/>
            <a:ext cx="6668813"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 web-based event management platform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allow users to register and participate in events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admin control for managing events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ensure secure and efficient data handling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demonstrate full-stack development skills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5"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18" name="Google Shape;118;p5"/>
          <p:cNvGrpSpPr/>
          <p:nvPr/>
        </p:nvGrpSpPr>
        <p:grpSpPr>
          <a:xfrm>
            <a:off x="2336800" y="134364"/>
            <a:ext cx="9745291" cy="677445"/>
            <a:chOff x="2336800" y="134364"/>
            <a:chExt cx="9745291" cy="677445"/>
          </a:xfrm>
        </p:grpSpPr>
        <p:sp>
          <p:nvSpPr>
            <p:cNvPr id="119" name="Google Shape;119;p5"/>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20" name="Google Shape;120;p5"/>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121" name="Google Shape;121;p5"/>
          <p:cNvSpPr txBox="1"/>
          <p:nvPr/>
        </p:nvSpPr>
        <p:spPr>
          <a:xfrm>
            <a:off x="838199" y="1046500"/>
            <a:ext cx="77478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imes New Roman"/>
                <a:ea typeface="Times New Roman"/>
                <a:cs typeface="Times New Roman"/>
                <a:sym typeface="Times New Roman"/>
              </a:rPr>
              <a:t>Stakeholders :</a:t>
            </a:r>
            <a:endParaRPr>
              <a:latin typeface="Times New Roman"/>
              <a:ea typeface="Times New Roman"/>
              <a:cs typeface="Times New Roman"/>
              <a:sym typeface="Times New Roman"/>
            </a:endParaRPr>
          </a:p>
        </p:txBody>
      </p:sp>
      <p:sp>
        <p:nvSpPr>
          <p:cNvPr id="122" name="Google Shape;122;p5"/>
          <p:cNvSpPr txBox="1">
            <a:spLocks noGrp="1"/>
          </p:cNvSpPr>
          <p:nvPr>
            <p:ph type="body" idx="1"/>
          </p:nvPr>
        </p:nvSpPr>
        <p:spPr>
          <a:xfrm>
            <a:off x="838200" y="1866200"/>
            <a:ext cx="6934200" cy="2193000"/>
          </a:xfrm>
          <a:prstGeom prst="rect">
            <a:avLst/>
          </a:prstGeom>
        </p:spPr>
        <p:txBody>
          <a:bodyPr spcFirstLastPara="1" wrap="square" lIns="91425" tIns="45700" rIns="91425" bIns="45700" anchor="t" anchorCtr="0">
            <a:noAutofit/>
          </a:bodyPr>
          <a:lstStyle/>
          <a:p>
            <a:r>
              <a:rPr lang="en-US" sz="2000" b="1" dirty="0"/>
              <a:t>Users:</a:t>
            </a:r>
            <a:r>
              <a:rPr lang="en-US" sz="2000" dirty="0"/>
              <a:t> Register and participate in events </a:t>
            </a:r>
          </a:p>
          <a:p>
            <a:r>
              <a:rPr lang="en-US" sz="2000" b="1" dirty="0"/>
              <a:t>Admin:</a:t>
            </a:r>
            <a:r>
              <a:rPr lang="en-US" sz="2000" dirty="0"/>
              <a:t> Manage events and users </a:t>
            </a:r>
          </a:p>
          <a:p>
            <a:r>
              <a:rPr lang="en-US" sz="2000" b="1" dirty="0"/>
              <a:t>Developers:</a:t>
            </a:r>
            <a:r>
              <a:rPr lang="en-US" sz="2000" dirty="0"/>
              <a:t> Maintain and improve the system </a:t>
            </a:r>
          </a:p>
          <a:p>
            <a:r>
              <a:rPr lang="en-US" sz="2000" b="1" dirty="0"/>
              <a:t>Organization:</a:t>
            </a:r>
            <a:r>
              <a:rPr lang="en-US" sz="2000" dirty="0"/>
              <a:t> Use system for managing events efficiently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4"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29" name="Google Shape;129;p4"/>
          <p:cNvGrpSpPr/>
          <p:nvPr/>
        </p:nvGrpSpPr>
        <p:grpSpPr>
          <a:xfrm>
            <a:off x="2336800" y="134364"/>
            <a:ext cx="9745291" cy="677445"/>
            <a:chOff x="2336800" y="134364"/>
            <a:chExt cx="9745291" cy="677445"/>
          </a:xfrm>
        </p:grpSpPr>
        <p:sp>
          <p:nvSpPr>
            <p:cNvPr id="130" name="Google Shape;130;p4"/>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31" name="Google Shape;131;p4"/>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132" name="Google Shape;132;p4"/>
          <p:cNvSpPr txBox="1"/>
          <p:nvPr/>
        </p:nvSpPr>
        <p:spPr>
          <a:xfrm>
            <a:off x="936900" y="1185288"/>
            <a:ext cx="97452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imes New Roman"/>
                <a:ea typeface="Times New Roman"/>
                <a:cs typeface="Times New Roman"/>
                <a:sym typeface="Times New Roman"/>
              </a:rPr>
              <a:t>Technologies Used :</a:t>
            </a:r>
            <a:endParaRPr sz="3600" b="1">
              <a:solidFill>
                <a:schemeClr val="dk1"/>
              </a:solidFill>
              <a:latin typeface="Times New Roman"/>
              <a:ea typeface="Times New Roman"/>
              <a:cs typeface="Times New Roman"/>
              <a:sym typeface="Times New Roman"/>
            </a:endParaRPr>
          </a:p>
        </p:txBody>
      </p:sp>
      <p:sp>
        <p:nvSpPr>
          <p:cNvPr id="133" name="Google Shape;133;p4"/>
          <p:cNvSpPr txBox="1"/>
          <p:nvPr/>
        </p:nvSpPr>
        <p:spPr>
          <a:xfrm>
            <a:off x="936900" y="1961900"/>
            <a:ext cx="8264100" cy="4247276"/>
          </a:xfrm>
          <a:prstGeom prst="rect">
            <a:avLst/>
          </a:prstGeom>
          <a:noFill/>
          <a:ln>
            <a:noFill/>
          </a:ln>
        </p:spPr>
        <p:txBody>
          <a:bodyPr spcFirstLastPara="1" wrap="square" lIns="91425" tIns="45700" rIns="91425" bIns="45700" anchor="t" anchorCtr="0">
            <a:spAutoFit/>
          </a:bodyPr>
          <a:lstStyle/>
          <a:p>
            <a:r>
              <a:rPr lang="en-IN" sz="1800" b="1" dirty="0"/>
              <a:t>Frontend</a:t>
            </a:r>
          </a:p>
          <a:p>
            <a:pPr marL="285750" indent="-285750">
              <a:buFont typeface="Arial" panose="020B0604020202020204" pitchFamily="34" charset="0"/>
              <a:buChar char="•"/>
            </a:pPr>
            <a:r>
              <a:rPr lang="en-IN" sz="1800" dirty="0"/>
              <a:t>HTML </a:t>
            </a:r>
          </a:p>
          <a:p>
            <a:pPr marL="285750" indent="-285750">
              <a:buFont typeface="Arial" panose="020B0604020202020204" pitchFamily="34" charset="0"/>
              <a:buChar char="•"/>
            </a:pPr>
            <a:r>
              <a:rPr lang="en-IN" sz="1800" dirty="0"/>
              <a:t>CSS </a:t>
            </a:r>
          </a:p>
          <a:p>
            <a:pPr marL="285750" indent="-285750">
              <a:buFont typeface="Arial" panose="020B0604020202020204" pitchFamily="34" charset="0"/>
              <a:buChar char="•"/>
            </a:pPr>
            <a:r>
              <a:rPr lang="en-IN" sz="1800" dirty="0"/>
              <a:t>JavaScript</a:t>
            </a:r>
          </a:p>
          <a:p>
            <a:r>
              <a:rPr lang="en-IN" sz="1800" dirty="0"/>
              <a:t> </a:t>
            </a:r>
          </a:p>
          <a:p>
            <a:r>
              <a:rPr lang="en-IN" sz="1800" b="1" dirty="0"/>
              <a:t>Backend</a:t>
            </a:r>
          </a:p>
          <a:p>
            <a:pPr marL="285750" indent="-285750">
              <a:buFont typeface="Arial" panose="020B0604020202020204" pitchFamily="34" charset="0"/>
              <a:buChar char="•"/>
            </a:pPr>
            <a:r>
              <a:rPr lang="en-IN" sz="1800" dirty="0"/>
              <a:t>Node.js </a:t>
            </a:r>
          </a:p>
          <a:p>
            <a:pPr marL="285750" indent="-285750">
              <a:buFont typeface="Arial" panose="020B0604020202020204" pitchFamily="34" charset="0"/>
              <a:buChar char="•"/>
            </a:pPr>
            <a:r>
              <a:rPr lang="en-IN" sz="1800" dirty="0"/>
              <a:t>Express.js </a:t>
            </a:r>
          </a:p>
          <a:p>
            <a:endParaRPr lang="en-IN" sz="1800" dirty="0"/>
          </a:p>
          <a:p>
            <a:r>
              <a:rPr lang="en-IN" sz="1800" b="1" dirty="0"/>
              <a:t>Database</a:t>
            </a:r>
          </a:p>
          <a:p>
            <a:pPr marL="285750" indent="-285750">
              <a:buFont typeface="Arial" panose="020B0604020202020204" pitchFamily="34" charset="0"/>
              <a:buChar char="•"/>
            </a:pPr>
            <a:r>
              <a:rPr lang="en-IN" sz="1800" dirty="0"/>
              <a:t>JSON (</a:t>
            </a:r>
            <a:r>
              <a:rPr lang="en-IN" sz="1800" dirty="0" err="1"/>
              <a:t>data.json</a:t>
            </a:r>
            <a:r>
              <a:rPr lang="en-IN" sz="1800" dirty="0"/>
              <a:t>)</a:t>
            </a:r>
          </a:p>
          <a:p>
            <a:r>
              <a:rPr lang="en-IN" sz="1800" dirty="0"/>
              <a:t> </a:t>
            </a:r>
          </a:p>
          <a:p>
            <a:r>
              <a:rPr lang="en-IN" sz="1800" b="1" dirty="0"/>
              <a:t>Tools</a:t>
            </a:r>
          </a:p>
          <a:p>
            <a:pPr marL="285750" indent="-285750">
              <a:buFont typeface="Arial" panose="020B0604020202020204" pitchFamily="34" charset="0"/>
              <a:buChar char="•"/>
            </a:pPr>
            <a:r>
              <a:rPr lang="en-IN" sz="1800" dirty="0"/>
              <a:t>GitHub </a:t>
            </a:r>
          </a:p>
          <a:p>
            <a:pPr marL="285750" indent="-285750">
              <a:buFont typeface="Arial" panose="020B0604020202020204" pitchFamily="34" charset="0"/>
              <a:buChar char="•"/>
            </a:pPr>
            <a:r>
              <a:rPr lang="en-IN" sz="1800" dirty="0"/>
              <a:t>VS Code</a:t>
            </a:r>
            <a:r>
              <a:rPr lang="en-US" sz="1800" dirty="0">
                <a:solidFill>
                  <a:schemeClr val="dk1"/>
                </a:solidFill>
              </a:rPr>
              <a:t> </a:t>
            </a:r>
            <a:endParaRPr sz="18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g3d048d6e377_0_4"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40" name="Google Shape;140;g3d048d6e377_0_4"/>
          <p:cNvGrpSpPr/>
          <p:nvPr/>
        </p:nvGrpSpPr>
        <p:grpSpPr>
          <a:xfrm>
            <a:off x="2336800" y="134364"/>
            <a:ext cx="9745330" cy="538867"/>
            <a:chOff x="2336800" y="134364"/>
            <a:chExt cx="9745330" cy="538867"/>
          </a:xfrm>
        </p:grpSpPr>
        <p:sp>
          <p:nvSpPr>
            <p:cNvPr id="141" name="Google Shape;141;g3d048d6e377_0_4"/>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42" name="Google Shape;142;g3d048d6e377_0_4"/>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143" name="Google Shape;143;g3d048d6e377_0_4"/>
          <p:cNvSpPr txBox="1"/>
          <p:nvPr/>
        </p:nvSpPr>
        <p:spPr>
          <a:xfrm>
            <a:off x="936900" y="1185288"/>
            <a:ext cx="97452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dk1"/>
                </a:solidFill>
                <a:latin typeface="Times New Roman"/>
                <a:ea typeface="Times New Roman"/>
                <a:cs typeface="Times New Roman"/>
                <a:sym typeface="Times New Roman"/>
              </a:rPr>
              <a:t>AI Prompts Used :</a:t>
            </a:r>
            <a:endParaRPr sz="3600" b="1" dirty="0">
              <a:solidFill>
                <a:schemeClr val="dk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F418EA3A-C265-B201-2B7D-DDD6AC8D83DD}"/>
              </a:ext>
            </a:extLst>
          </p:cNvPr>
          <p:cNvSpPr>
            <a:spLocks noChangeArrowheads="1"/>
          </p:cNvSpPr>
          <p:nvPr/>
        </p:nvSpPr>
        <p:spPr bwMode="auto">
          <a:xfrm>
            <a:off x="986237" y="2436401"/>
            <a:ext cx="871905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“Debug JSON data handling issues in Express application”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“Create a user registration and login system using Node.js and Express”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“Build an event management API with CRUD operations”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“Design a simple HTML frontend for event dashboard”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“Fix authentication errors in Node.js backend”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“Connect frontend forms with backend API using fetch”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“Improve UI layout for event listing page”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“Create admin dashboard to manage events (add, delete, update)”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6"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50" name="Google Shape;150;p6"/>
          <p:cNvGrpSpPr/>
          <p:nvPr/>
        </p:nvGrpSpPr>
        <p:grpSpPr>
          <a:xfrm>
            <a:off x="2336800" y="134364"/>
            <a:ext cx="9745291" cy="677445"/>
            <a:chOff x="2336800" y="134364"/>
            <a:chExt cx="9745291" cy="677445"/>
          </a:xfrm>
        </p:grpSpPr>
        <p:sp>
          <p:nvSpPr>
            <p:cNvPr id="151" name="Google Shape;151;p6"/>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52" name="Google Shape;152;p6"/>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F9888AD1-C8D9-2E8B-E5CF-9745CDC64F6E}"/>
              </a:ext>
            </a:extLst>
          </p:cNvPr>
          <p:cNvPicPr>
            <a:picLocks noChangeAspect="1"/>
          </p:cNvPicPr>
          <p:nvPr/>
        </p:nvPicPr>
        <p:blipFill>
          <a:blip r:embed="rId4"/>
          <a:stretch>
            <a:fillRect/>
          </a:stretch>
        </p:blipFill>
        <p:spPr>
          <a:xfrm>
            <a:off x="317643" y="852378"/>
            <a:ext cx="8902700" cy="59351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7"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59" name="Google Shape;159;p7"/>
          <p:cNvGrpSpPr/>
          <p:nvPr/>
        </p:nvGrpSpPr>
        <p:grpSpPr>
          <a:xfrm>
            <a:off x="2336800" y="134364"/>
            <a:ext cx="9745291" cy="677445"/>
            <a:chOff x="2336800" y="134364"/>
            <a:chExt cx="9745291" cy="677445"/>
          </a:xfrm>
        </p:grpSpPr>
        <p:sp>
          <p:nvSpPr>
            <p:cNvPr id="160" name="Google Shape;160;p7"/>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61" name="Google Shape;161;p7"/>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20B0B69D-48F3-993E-A465-C7EF47D38736}"/>
              </a:ext>
            </a:extLst>
          </p:cNvPr>
          <p:cNvPicPr>
            <a:picLocks noChangeAspect="1"/>
          </p:cNvPicPr>
          <p:nvPr/>
        </p:nvPicPr>
        <p:blipFill>
          <a:blip r:embed="rId4"/>
          <a:stretch>
            <a:fillRect/>
          </a:stretch>
        </p:blipFill>
        <p:spPr>
          <a:xfrm>
            <a:off x="746234" y="1204787"/>
            <a:ext cx="10415752" cy="5134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A213D784-8CA7-97B9-1A50-2F1BAF0E5C2F}"/>
            </a:ext>
          </a:extLst>
        </p:cNvPr>
        <p:cNvGrpSpPr/>
        <p:nvPr/>
      </p:nvGrpSpPr>
      <p:grpSpPr>
        <a:xfrm>
          <a:off x="0" y="0"/>
          <a:ext cx="0" cy="0"/>
          <a:chOff x="0" y="0"/>
          <a:chExt cx="0" cy="0"/>
        </a:xfrm>
      </p:grpSpPr>
      <p:pic>
        <p:nvPicPr>
          <p:cNvPr id="158" name="Google Shape;158;p7" descr="WhatsApp Image 2024-08-23 at 15.43.17">
            <a:extLst>
              <a:ext uri="{FF2B5EF4-FFF2-40B4-BE49-F238E27FC236}">
                <a16:creationId xmlns:a16="http://schemas.microsoft.com/office/drawing/2014/main" id="{367F8032-CAC1-FF70-083C-E025486453B0}"/>
              </a:ext>
            </a:extLst>
          </p:cNvPr>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59" name="Google Shape;159;p7">
            <a:extLst>
              <a:ext uri="{FF2B5EF4-FFF2-40B4-BE49-F238E27FC236}">
                <a16:creationId xmlns:a16="http://schemas.microsoft.com/office/drawing/2014/main" id="{21BE07A3-944F-7A91-B500-9F9661C2D83C}"/>
              </a:ext>
            </a:extLst>
          </p:cNvPr>
          <p:cNvGrpSpPr/>
          <p:nvPr/>
        </p:nvGrpSpPr>
        <p:grpSpPr>
          <a:xfrm>
            <a:off x="2336800" y="134364"/>
            <a:ext cx="9745291" cy="677445"/>
            <a:chOff x="2336800" y="134364"/>
            <a:chExt cx="9745291" cy="677445"/>
          </a:xfrm>
        </p:grpSpPr>
        <p:sp>
          <p:nvSpPr>
            <p:cNvPr id="160" name="Google Shape;160;p7">
              <a:extLst>
                <a:ext uri="{FF2B5EF4-FFF2-40B4-BE49-F238E27FC236}">
                  <a16:creationId xmlns:a16="http://schemas.microsoft.com/office/drawing/2014/main" id="{800FC21B-864E-D4B4-9A02-069EF26DBFBF}"/>
                </a:ext>
              </a:extLst>
            </p:cNvPr>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61" name="Google Shape;161;p7">
              <a:extLst>
                <a:ext uri="{FF2B5EF4-FFF2-40B4-BE49-F238E27FC236}">
                  <a16:creationId xmlns:a16="http://schemas.microsoft.com/office/drawing/2014/main" id="{DD42A574-6E24-146E-8814-74D64D985E99}"/>
                </a:ext>
              </a:extLst>
            </p:cNvPr>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4" name="Picture 3">
            <a:extLst>
              <a:ext uri="{FF2B5EF4-FFF2-40B4-BE49-F238E27FC236}">
                <a16:creationId xmlns:a16="http://schemas.microsoft.com/office/drawing/2014/main" id="{2D9173C5-3356-E5D9-41C4-17602037904A}"/>
              </a:ext>
            </a:extLst>
          </p:cNvPr>
          <p:cNvPicPr>
            <a:picLocks noChangeAspect="1"/>
          </p:cNvPicPr>
          <p:nvPr/>
        </p:nvPicPr>
        <p:blipFill>
          <a:blip r:embed="rId4"/>
          <a:stretch>
            <a:fillRect/>
          </a:stretch>
        </p:blipFill>
        <p:spPr>
          <a:xfrm>
            <a:off x="725200" y="1135116"/>
            <a:ext cx="10606045" cy="5196675"/>
          </a:xfrm>
          <a:prstGeom prst="rect">
            <a:avLst/>
          </a:prstGeom>
        </p:spPr>
      </p:pic>
    </p:spTree>
    <p:extLst>
      <p:ext uri="{BB962C8B-B14F-4D97-AF65-F5344CB8AC3E}">
        <p14:creationId xmlns:p14="http://schemas.microsoft.com/office/powerpoint/2010/main" val="1135663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g3d419eded25_0_71"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68" name="Google Shape;168;g3d419eded25_0_71"/>
          <p:cNvGrpSpPr/>
          <p:nvPr/>
        </p:nvGrpSpPr>
        <p:grpSpPr>
          <a:xfrm>
            <a:off x="2336800" y="134364"/>
            <a:ext cx="9745330" cy="538867"/>
            <a:chOff x="2336800" y="134364"/>
            <a:chExt cx="9745330" cy="538867"/>
          </a:xfrm>
        </p:grpSpPr>
        <p:sp>
          <p:nvSpPr>
            <p:cNvPr id="169" name="Google Shape;169;g3d419eded25_0_71"/>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70" name="Google Shape;170;g3d419eded25_0_71"/>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03FDB786-63B4-6FCA-7C15-674D6341B667}"/>
              </a:ext>
            </a:extLst>
          </p:cNvPr>
          <p:cNvPicPr>
            <a:picLocks noChangeAspect="1"/>
          </p:cNvPicPr>
          <p:nvPr/>
        </p:nvPicPr>
        <p:blipFill>
          <a:blip r:embed="rId4"/>
          <a:stretch>
            <a:fillRect/>
          </a:stretch>
        </p:blipFill>
        <p:spPr>
          <a:xfrm>
            <a:off x="711765" y="1095289"/>
            <a:ext cx="10583917" cy="52805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g3d419eded25_0_63"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177" name="Google Shape;177;g3d419eded25_0_63"/>
          <p:cNvGrpSpPr/>
          <p:nvPr/>
        </p:nvGrpSpPr>
        <p:grpSpPr>
          <a:xfrm>
            <a:off x="2336800" y="134364"/>
            <a:ext cx="9745330" cy="538867"/>
            <a:chOff x="2336800" y="134364"/>
            <a:chExt cx="9745330" cy="538867"/>
          </a:xfrm>
        </p:grpSpPr>
        <p:sp>
          <p:nvSpPr>
            <p:cNvPr id="178" name="Google Shape;178;g3d419eded25_0_63"/>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179" name="Google Shape;179;g3d419eded25_0_63"/>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A06D8A0-4216-E3F9-CF76-09BC04CF14A1}"/>
              </a:ext>
            </a:extLst>
          </p:cNvPr>
          <p:cNvPicPr>
            <a:picLocks noChangeAspect="1"/>
          </p:cNvPicPr>
          <p:nvPr/>
        </p:nvPicPr>
        <p:blipFill>
          <a:blip r:embed="rId4"/>
          <a:stretch>
            <a:fillRect/>
          </a:stretch>
        </p:blipFill>
        <p:spPr>
          <a:xfrm>
            <a:off x="802290" y="1101006"/>
            <a:ext cx="9855200" cy="4973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8" descr="WhatsApp Image 2024-08-23 at 15.43.17"/>
          <p:cNvPicPr preferRelativeResize="0"/>
          <p:nvPr/>
        </p:nvPicPr>
        <p:blipFill rotWithShape="1">
          <a:blip r:embed="rId3">
            <a:alphaModFix/>
          </a:blip>
          <a:srcRect/>
          <a:stretch/>
        </p:blipFill>
        <p:spPr>
          <a:xfrm>
            <a:off x="317643" y="174933"/>
            <a:ext cx="1719435" cy="677445"/>
          </a:xfrm>
          <a:prstGeom prst="rect">
            <a:avLst/>
          </a:prstGeom>
          <a:noFill/>
          <a:ln>
            <a:noFill/>
          </a:ln>
        </p:spPr>
      </p:pic>
      <p:grpSp>
        <p:nvGrpSpPr>
          <p:cNvPr id="219" name="Google Shape;219;p8"/>
          <p:cNvGrpSpPr/>
          <p:nvPr/>
        </p:nvGrpSpPr>
        <p:grpSpPr>
          <a:xfrm>
            <a:off x="2336800" y="134364"/>
            <a:ext cx="9745291" cy="677445"/>
            <a:chOff x="2336800" y="134364"/>
            <a:chExt cx="9745291" cy="677445"/>
          </a:xfrm>
        </p:grpSpPr>
        <p:sp>
          <p:nvSpPr>
            <p:cNvPr id="220" name="Google Shape;220;p8"/>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221" name="Google Shape;221;p8"/>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223" name="Google Shape;223;p8"/>
          <p:cNvSpPr txBox="1"/>
          <p:nvPr/>
        </p:nvSpPr>
        <p:spPr>
          <a:xfrm>
            <a:off x="747225" y="1190500"/>
            <a:ext cx="56421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Proof Of AI Prompts :</a:t>
            </a:r>
            <a:endParaRPr sz="2800" b="1">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A146A60A-FFA6-F095-1A0E-C1D493B090CD}"/>
              </a:ext>
            </a:extLst>
          </p:cNvPr>
          <p:cNvPicPr>
            <a:picLocks noChangeAspect="1"/>
          </p:cNvPicPr>
          <p:nvPr/>
        </p:nvPicPr>
        <p:blipFill>
          <a:blip r:embed="rId4"/>
          <a:stretch>
            <a:fillRect/>
          </a:stretch>
        </p:blipFill>
        <p:spPr>
          <a:xfrm>
            <a:off x="747225" y="1688400"/>
            <a:ext cx="9396248" cy="49946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2" descr="WhatsApp Image 2024-08-23 at 15.43.17"/>
          <p:cNvPicPr preferRelativeResize="0"/>
          <p:nvPr/>
        </p:nvPicPr>
        <p:blipFill rotWithShape="1">
          <a:blip r:embed="rId3">
            <a:alphaModFix/>
          </a:blip>
          <a:srcRect/>
          <a:stretch/>
        </p:blipFill>
        <p:spPr>
          <a:xfrm>
            <a:off x="358283" y="134363"/>
            <a:ext cx="1719435" cy="677445"/>
          </a:xfrm>
          <a:prstGeom prst="rect">
            <a:avLst/>
          </a:prstGeom>
          <a:noFill/>
          <a:ln>
            <a:noFill/>
          </a:ln>
        </p:spPr>
      </p:pic>
      <p:grpSp>
        <p:nvGrpSpPr>
          <p:cNvPr id="238" name="Google Shape;238;p12"/>
          <p:cNvGrpSpPr/>
          <p:nvPr/>
        </p:nvGrpSpPr>
        <p:grpSpPr>
          <a:xfrm>
            <a:off x="2336800" y="134364"/>
            <a:ext cx="9745291" cy="677445"/>
            <a:chOff x="2336800" y="134364"/>
            <a:chExt cx="9745291" cy="677445"/>
          </a:xfrm>
        </p:grpSpPr>
        <p:sp>
          <p:nvSpPr>
            <p:cNvPr id="239" name="Google Shape;239;p12"/>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240" name="Google Shape;240;p12"/>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4936F826-2C41-A7C3-49DD-F5DB5EBD2CF0}"/>
              </a:ext>
            </a:extLst>
          </p:cNvPr>
          <p:cNvPicPr>
            <a:picLocks noChangeAspect="1"/>
          </p:cNvPicPr>
          <p:nvPr/>
        </p:nvPicPr>
        <p:blipFill>
          <a:blip r:embed="rId4"/>
          <a:stretch>
            <a:fillRect/>
          </a:stretch>
        </p:blipFill>
        <p:spPr>
          <a:xfrm>
            <a:off x="739228" y="1110940"/>
            <a:ext cx="9855200" cy="5222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g3d419eded25_0_90" descr="WhatsApp Image 2024-08-23 at 15.43.17"/>
          <p:cNvPicPr preferRelativeResize="0"/>
          <p:nvPr/>
        </p:nvPicPr>
        <p:blipFill rotWithShape="1">
          <a:blip r:embed="rId3">
            <a:alphaModFix/>
          </a:blip>
          <a:srcRect/>
          <a:stretch/>
        </p:blipFill>
        <p:spPr>
          <a:xfrm>
            <a:off x="358283" y="134363"/>
            <a:ext cx="1719435" cy="677445"/>
          </a:xfrm>
          <a:prstGeom prst="rect">
            <a:avLst/>
          </a:prstGeom>
          <a:noFill/>
          <a:ln>
            <a:noFill/>
          </a:ln>
        </p:spPr>
      </p:pic>
      <p:grpSp>
        <p:nvGrpSpPr>
          <p:cNvPr id="247" name="Google Shape;247;g3d419eded25_0_90"/>
          <p:cNvGrpSpPr/>
          <p:nvPr/>
        </p:nvGrpSpPr>
        <p:grpSpPr>
          <a:xfrm>
            <a:off x="2336800" y="134364"/>
            <a:ext cx="9745330" cy="538867"/>
            <a:chOff x="2336800" y="134364"/>
            <a:chExt cx="9745330" cy="538867"/>
          </a:xfrm>
        </p:grpSpPr>
        <p:sp>
          <p:nvSpPr>
            <p:cNvPr id="248" name="Google Shape;248;g3d419eded25_0_90"/>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249" name="Google Shape;249;g3d419eded25_0_90"/>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250" name="Google Shape;250;g3d419eded25_0_90"/>
          <p:cNvSpPr txBox="1"/>
          <p:nvPr/>
        </p:nvSpPr>
        <p:spPr>
          <a:xfrm>
            <a:off x="1308600" y="1594518"/>
            <a:ext cx="4787400" cy="67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References</a:t>
            </a:r>
            <a:endParaRPr sz="2800" b="1">
              <a:solidFill>
                <a:schemeClr val="dk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B9EAF7FE-2C62-0173-C616-BD9900BBD8EF}"/>
              </a:ext>
            </a:extLst>
          </p:cNvPr>
          <p:cNvSpPr>
            <a:spLocks noChangeArrowheads="1"/>
          </p:cNvSpPr>
          <p:nvPr/>
        </p:nvSpPr>
        <p:spPr bwMode="auto">
          <a:xfrm rot="10800000" flipV="1">
            <a:off x="1308600" y="2305615"/>
            <a:ext cx="744693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Node.js Official Documentation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Express.js Official Documentation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MDN Web Docs (HTML, CSS, JavaScript)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GitHub Documentation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OpenAI ChatGPT (for code assistance and debugging)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Stack Overflow (for troubleshooting and solutions)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g3d419eded25_0_106" descr="WhatsApp Image 2024-08-23 at 15.43.17"/>
          <p:cNvPicPr preferRelativeResize="0"/>
          <p:nvPr/>
        </p:nvPicPr>
        <p:blipFill rotWithShape="1">
          <a:blip r:embed="rId3">
            <a:alphaModFix/>
          </a:blip>
          <a:srcRect/>
          <a:stretch/>
        </p:blipFill>
        <p:spPr>
          <a:xfrm>
            <a:off x="358283" y="134363"/>
            <a:ext cx="1719435" cy="677445"/>
          </a:xfrm>
          <a:prstGeom prst="rect">
            <a:avLst/>
          </a:prstGeom>
          <a:noFill/>
          <a:ln>
            <a:noFill/>
          </a:ln>
        </p:spPr>
      </p:pic>
      <p:grpSp>
        <p:nvGrpSpPr>
          <p:cNvPr id="257" name="Google Shape;257;g3d419eded25_0_106"/>
          <p:cNvGrpSpPr/>
          <p:nvPr/>
        </p:nvGrpSpPr>
        <p:grpSpPr>
          <a:xfrm>
            <a:off x="2336800" y="134364"/>
            <a:ext cx="9745330" cy="538867"/>
            <a:chOff x="2336800" y="134364"/>
            <a:chExt cx="9745330" cy="538867"/>
          </a:xfrm>
        </p:grpSpPr>
        <p:sp>
          <p:nvSpPr>
            <p:cNvPr id="258" name="Google Shape;258;g3d419eded25_0_106"/>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259" name="Google Shape;259;g3d419eded25_0_106"/>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260" name="Google Shape;260;g3d419eded25_0_106"/>
          <p:cNvSpPr txBox="1"/>
          <p:nvPr/>
        </p:nvSpPr>
        <p:spPr>
          <a:xfrm>
            <a:off x="1165175" y="1399450"/>
            <a:ext cx="4787400" cy="67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Github Link</a:t>
            </a:r>
            <a:endParaRPr sz="2800" b="1">
              <a:solidFill>
                <a:schemeClr val="dk1"/>
              </a:solidFill>
              <a:latin typeface="Calibri"/>
              <a:ea typeface="Calibri"/>
              <a:cs typeface="Calibri"/>
              <a:sym typeface="Calibri"/>
            </a:endParaRPr>
          </a:p>
        </p:txBody>
      </p:sp>
      <p:sp>
        <p:nvSpPr>
          <p:cNvPr id="261" name="Google Shape;261;g3d419eded25_0_106"/>
          <p:cNvSpPr txBox="1"/>
          <p:nvPr/>
        </p:nvSpPr>
        <p:spPr>
          <a:xfrm>
            <a:off x="1488125" y="2406325"/>
            <a:ext cx="8814600" cy="911700"/>
          </a:xfrm>
          <a:prstGeom prst="rect">
            <a:avLst/>
          </a:prstGeom>
          <a:noFill/>
          <a:ln>
            <a:noFill/>
          </a:ln>
        </p:spPr>
        <p:txBody>
          <a:bodyPr spcFirstLastPara="1" wrap="square" lIns="91425" tIns="91425" rIns="91425" bIns="91425" anchor="t" anchorCtr="0">
            <a:noAutofit/>
          </a:bodyPr>
          <a:lstStyle/>
          <a:p>
            <a:pPr marL="457200" lvl="0" indent="-330200">
              <a:lnSpc>
                <a:spcPct val="115000"/>
              </a:lnSpc>
              <a:spcBef>
                <a:spcPts val="1200"/>
              </a:spcBef>
              <a:buClr>
                <a:schemeClr val="dk1"/>
              </a:buClr>
              <a:buSzPts val="1600"/>
              <a:buChar char="●"/>
            </a:pPr>
            <a:r>
              <a:rPr lang="en-US" sz="1600" u="sng" dirty="0">
                <a:solidFill>
                  <a:schemeClr val="hlink"/>
                </a:solidFill>
                <a:latin typeface="Calibri"/>
                <a:ea typeface="Calibri"/>
                <a:cs typeface="Calibri"/>
                <a:sym typeface="Calibri"/>
              </a:rPr>
              <a:t>https://github.com/PochampallyVarshitha/Event_Management_System</a:t>
            </a:r>
            <a:endParaRPr sz="1600"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g3d419eded25_0_116" descr="WhatsApp Image 2024-08-23 at 15.43.17"/>
          <p:cNvPicPr preferRelativeResize="0"/>
          <p:nvPr/>
        </p:nvPicPr>
        <p:blipFill rotWithShape="1">
          <a:blip r:embed="rId3">
            <a:alphaModFix/>
          </a:blip>
          <a:srcRect/>
          <a:stretch/>
        </p:blipFill>
        <p:spPr>
          <a:xfrm>
            <a:off x="358283" y="134363"/>
            <a:ext cx="1719435" cy="677445"/>
          </a:xfrm>
          <a:prstGeom prst="rect">
            <a:avLst/>
          </a:prstGeom>
          <a:noFill/>
          <a:ln>
            <a:noFill/>
          </a:ln>
        </p:spPr>
      </p:pic>
      <p:grpSp>
        <p:nvGrpSpPr>
          <p:cNvPr id="267" name="Google Shape;267;g3d419eded25_0_116"/>
          <p:cNvGrpSpPr/>
          <p:nvPr/>
        </p:nvGrpSpPr>
        <p:grpSpPr>
          <a:xfrm>
            <a:off x="2336800" y="134364"/>
            <a:ext cx="9745330" cy="538867"/>
            <a:chOff x="2336800" y="134364"/>
            <a:chExt cx="9745330" cy="538867"/>
          </a:xfrm>
        </p:grpSpPr>
        <p:sp>
          <p:nvSpPr>
            <p:cNvPr id="268" name="Google Shape;268;g3d419eded25_0_116"/>
            <p:cNvSpPr txBox="1"/>
            <p:nvPr/>
          </p:nvSpPr>
          <p:spPr>
            <a:xfrm>
              <a:off x="2336800" y="134364"/>
              <a:ext cx="9745200" cy="46170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269" name="Google Shape;269;g3d419eded25_0_116"/>
            <p:cNvSpPr txBox="1"/>
            <p:nvPr/>
          </p:nvSpPr>
          <p:spPr>
            <a:xfrm>
              <a:off x="2394530" y="273031"/>
              <a:ext cx="9687600" cy="400200"/>
            </a:xfrm>
            <a:prstGeom prst="rect">
              <a:avLst/>
            </a:prstGeom>
            <a:solidFill>
              <a:srgbClr val="194E9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alibri"/>
                  <a:ea typeface="Calibri"/>
                  <a:cs typeface="Calibri"/>
                  <a:sym typeface="Calibri"/>
                </a:rPr>
                <a:t>SR University</a:t>
              </a:r>
              <a:endParaRPr sz="2000">
                <a:solidFill>
                  <a:schemeClr val="dk1"/>
                </a:solidFill>
                <a:latin typeface="Calibri"/>
                <a:ea typeface="Calibri"/>
                <a:cs typeface="Calibri"/>
                <a:sym typeface="Calibri"/>
              </a:endParaRPr>
            </a:p>
          </p:txBody>
        </p:sp>
      </p:grpSp>
      <p:sp>
        <p:nvSpPr>
          <p:cNvPr id="270" name="Google Shape;270;g3d419eded25_0_116"/>
          <p:cNvSpPr txBox="1"/>
          <p:nvPr/>
        </p:nvSpPr>
        <p:spPr>
          <a:xfrm>
            <a:off x="4969325" y="3358225"/>
            <a:ext cx="3330900" cy="102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THANK YOU!</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Widescreen</PresentationFormat>
  <Paragraphs>75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vt:lpstr>
      <vt:lpstr>Calibri</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Nagasri reddy Korukanti</dc:creator>
  <cp:lastModifiedBy>Varshitha Pochampally</cp:lastModifiedBy>
  <cp:revision>1</cp:revision>
  <dcterms:created xsi:type="dcterms:W3CDTF">2025-09-22T15:07:08Z</dcterms:created>
  <dcterms:modified xsi:type="dcterms:W3CDTF">2026-04-18T08:53:48Z</dcterms:modified>
</cp:coreProperties>
</file>